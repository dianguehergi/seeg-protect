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roe_dashboard_background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</a:defRPr>
            </a:pPr>
            <a:r>
              <a:t>MÉROÉ — Proposition DG V5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6B5"/>
                </a:solidFill>
              </a:defRPr>
            </a:pPr>
            <a:r>
              <a:t>Pilote 3 mois · Contrôle, recouvrement et gouvernance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Une plateforme, deux rails : PROTEC + IA anomalies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Une règle : la donnée utile au bon rôle, jamais plus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roe_dashboard_background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</a:defRPr>
            </a:pPr>
            <a:r>
              <a:t>Le problème à résoudre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6B5"/>
                </a:solidFill>
              </a:defRPr>
            </a:pPr>
            <a:r>
              <a:t>Réduire les pertes et accélérer l’encaissement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Prévenir les coupures et améliorer la recharge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Détecter les anomalies explicables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Prouver le recouvrement avant facturation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roe_dashboard_background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</a:defRPr>
            </a:pPr>
            <a:r>
              <a:t>Architecture du pilote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6B5"/>
                </a:solidFill>
              </a:defRPr>
            </a:pPr>
            <a:r>
              <a:t>Cinq flux, une traçabilité de bout en 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Airtel J+1 · Guichets J+7 · SMS interne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IA interne · Retour SEEG J+30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Aucun nom client dans les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roe_dashboard_background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</a:defRPr>
            </a:pPr>
            <a:r>
              <a:t>Trois niveaux d’accès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6B5"/>
                </a:solidFill>
              </a:defRPr>
            </a:pPr>
            <a:r>
              <a:t>Toi = coffre-fort · CTO = salle des machines · Équipe = salle de travail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Admin fondateur : finance, paramétrage, audit et exports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CTO : technique et opérationnel, zéro argent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Collaborateurs : lecture limitée, mission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roe_dashboard_background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</a:defRPr>
            </a:pPr>
            <a:r>
              <a:t>Sécurité du pilote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6B5"/>
                </a:solidFill>
              </a:defRPr>
            </a:pPr>
            <a:r>
              <a:t>Défense en profondeur, sans promesse excessive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TOTP obligatoire pour Admin et CTO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Deux clés FIDO2/WebAuthn pour l’Admin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Sessions courtes, journal d’audit et alertes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SMS OTP seulement comme solution de secours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roe_dashboard_background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</a:defRPr>
            </a:pPr>
            <a:r>
              <a:t>Barème unifié IA MÉROÉ —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6B5"/>
                </a:solidFill>
              </a:defRPr>
            </a:pPr>
            <a:r>
              <a:t>5 blocs plafonnés · décision explicable et auditable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B1 Données abonné : 20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B2 Historique 6 mois : 30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B3 Recharge / solde : 20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B4 Technique compteur : 20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B5 Géolocalisation : 10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80–100 : contrôle urgent ; validation SEEG avant toute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roe_dashboard_background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</a:defRPr>
            </a:pPr>
            <a:r>
              <a:t>Tableau de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6B5"/>
                </a:solidFill>
              </a:defRPr>
            </a:pPr>
            <a:r>
              <a:t>Le score priorise ; il ne condamne 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0–30 VERT : RAS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31–59 ORANGE : watchlist J+7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60–79 ROUGE : contrôle terrain prioritaire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80–100 NOIR : contrôle urgent et décision humaine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roe_dashboard_background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</a:defRPr>
            </a:pPr>
            <a:r>
              <a:t>Décision proposée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D6B5"/>
                </a:solidFill>
              </a:defRPr>
            </a:pPr>
            <a:r>
              <a:t>Lancer le pilote 3 mois avec gouvernance validée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Valider les cinq flux et les responsables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Valider la matrice d’accès et l’article 12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Implémenter TOTP/FIDO2 avant données réelles</a:t>
            </a:r>
          </a:p>
          <a:p>
            <a:pPr>
              <a:spcAft>
                <a:spcPts val="1600"/>
              </a:spcAft>
              <a:defRPr sz="2000">
                <a:solidFill>
                  <a:srgbClr val="F4F7FA"/>
                </a:solidFill>
              </a:defRPr>
            </a:pPr>
            <a:r>
              <a:t>Mesurer anomalies, transformation, recouvrement et valeur PROTEC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